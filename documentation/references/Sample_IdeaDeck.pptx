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T Sans Narrow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TSansNarrow-bold.fntdata"/><Relationship Id="rId6" Type="http://schemas.openxmlformats.org/officeDocument/2006/relationships/slide" Target="slides/slide1.xml"/><Relationship Id="rId18" Type="http://schemas.openxmlformats.org/officeDocument/2006/relationships/font" Target="fonts/PTSansNarrow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0396ea616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30396ea616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0396ea61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30396ea61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0396ea61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30396ea61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0396ea616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30396ea616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0396ea616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0396ea616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0396ea616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0396ea616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0396ea616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30396ea616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0396ea616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30396ea616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0396ea61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30396ea61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0396ea616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30396ea616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0396ea616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0396ea616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0396ea616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30396ea616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(g3f51cbbab60_12_0)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ctrTitle"/>
          </p:nvPr>
        </p:nvSpPr>
        <p:spPr>
          <a:xfrm>
            <a:off x="1003650" y="1984339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Sample Pitch Deck</a:t>
            </a:r>
            <a:endParaRPr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The Innovation &amp; The Innovator</a:t>
            </a:r>
            <a:endParaRPr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476250" y="1524000"/>
            <a:ext cx="2476500" cy="2667000"/>
            <a:chOff x="476250" y="1524000"/>
            <a:chExt cx="2476500" cy="2667000"/>
          </a:xfrm>
        </p:grpSpPr>
        <p:sp>
          <p:nvSpPr>
            <p:cNvPr id="78" name="Google Shape;78;p15"/>
            <p:cNvSpPr/>
            <p:nvPr/>
          </p:nvSpPr>
          <p:spPr>
            <a:xfrm>
              <a:off x="476250" y="15240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4FAF9"/>
            </a:solidFill>
            <a:ln cap="flat" cmpd="sng" w="14300">
              <a:solidFill>
                <a:srgbClr val="E0F2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9" name="Google Shape;7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6250" y="1524000"/>
              <a:ext cx="24765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5"/>
            <p:cNvSpPr txBox="1"/>
            <p:nvPr/>
          </p:nvSpPr>
          <p:spPr>
            <a:xfrm>
              <a:off x="666750" y="1762125"/>
              <a:ext cx="2095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4DB6A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67FF2"/>
                  </a:solidFill>
                  <a:latin typeface="Cambria"/>
                  <a:ea typeface="Cambria"/>
                  <a:cs typeface="Cambria"/>
                  <a:sym typeface="Cambria"/>
                </a:rPr>
                <a:t>The Innovation</a:t>
              </a:r>
              <a:endParaRPr b="1" sz="18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95D46"/>
                  </a:solidFill>
                  <a:latin typeface="Cambria"/>
                  <a:ea typeface="Cambria"/>
                  <a:cs typeface="Cambria"/>
                  <a:sym typeface="Cambria"/>
                </a:rPr>
                <a:t>Name of the Team / Idea / Product :</a:t>
              </a:r>
              <a:endParaRPr b="0" sz="1300">
                <a:solidFill>
                  <a:srgbClr val="695D4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3333750" y="1524000"/>
            <a:ext cx="2476500" cy="2667000"/>
            <a:chOff x="3333750" y="1524000"/>
            <a:chExt cx="2476500" cy="2667000"/>
          </a:xfrm>
        </p:grpSpPr>
        <p:sp>
          <p:nvSpPr>
            <p:cNvPr id="82" name="Google Shape;82;p15"/>
            <p:cNvSpPr/>
            <p:nvPr/>
          </p:nvSpPr>
          <p:spPr>
            <a:xfrm>
              <a:off x="3333750" y="15240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4FAF9"/>
            </a:solidFill>
            <a:ln cap="flat" cmpd="sng" w="14300">
              <a:solidFill>
                <a:srgbClr val="E0F2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3" name="Google Shape;8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33750" y="1524000"/>
              <a:ext cx="24765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5"/>
            <p:cNvSpPr txBox="1"/>
            <p:nvPr/>
          </p:nvSpPr>
          <p:spPr>
            <a:xfrm>
              <a:off x="3524250" y="1762125"/>
              <a:ext cx="2095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4DB6A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67FF2"/>
                  </a:solidFill>
                  <a:latin typeface="Cambria"/>
                  <a:ea typeface="Cambria"/>
                  <a:cs typeface="Cambria"/>
                  <a:sym typeface="Cambria"/>
                </a:rPr>
                <a:t>The Innovator</a:t>
              </a:r>
              <a:endParaRPr b="1" sz="18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95D46"/>
                  </a:solidFill>
                  <a:latin typeface="Cambria"/>
                  <a:ea typeface="Cambria"/>
                  <a:cs typeface="Cambria"/>
                  <a:sym typeface="Cambria"/>
                </a:rPr>
                <a:t>Innovator’s Name (Team Lead):</a:t>
              </a:r>
              <a:endParaRPr b="0" sz="1300">
                <a:solidFill>
                  <a:srgbClr val="695D4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6191250" y="1524000"/>
            <a:ext cx="2476500" cy="2667000"/>
            <a:chOff x="6191250" y="1524000"/>
            <a:chExt cx="2476500" cy="2667000"/>
          </a:xfrm>
        </p:grpSpPr>
        <p:sp>
          <p:nvSpPr>
            <p:cNvPr id="86" name="Google Shape;86;p15"/>
            <p:cNvSpPr/>
            <p:nvPr/>
          </p:nvSpPr>
          <p:spPr>
            <a:xfrm>
              <a:off x="6191250" y="1524000"/>
              <a:ext cx="2476500" cy="2667000"/>
            </a:xfrm>
            <a:prstGeom prst="roundRect">
              <a:avLst>
                <a:gd fmla="val 4615" name="adj"/>
              </a:avLst>
            </a:prstGeom>
            <a:solidFill>
              <a:srgbClr val="F4FAF9"/>
            </a:solidFill>
            <a:ln cap="flat" cmpd="sng" w="14300">
              <a:solidFill>
                <a:srgbClr val="E0F2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" name="Google Shape;8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91250" y="1524000"/>
              <a:ext cx="2476500" cy="104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5"/>
            <p:cNvSpPr txBox="1"/>
            <p:nvPr/>
          </p:nvSpPr>
          <p:spPr>
            <a:xfrm>
              <a:off x="6381750" y="1762125"/>
              <a:ext cx="2095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4DB6A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67FF2"/>
                  </a:solidFill>
                  <a:latin typeface="Cambria"/>
                  <a:ea typeface="Cambria"/>
                  <a:cs typeface="Cambria"/>
                  <a:sym typeface="Cambria"/>
                </a:rPr>
                <a:t>The Team</a:t>
              </a:r>
              <a:endParaRPr b="1" sz="18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95D46"/>
                  </a:solidFill>
                  <a:latin typeface="Cambria"/>
                  <a:ea typeface="Cambria"/>
                  <a:cs typeface="Cambria"/>
                  <a:sym typeface="Cambria"/>
                </a:rPr>
                <a:t>Name of the Team Members:</a:t>
              </a:r>
              <a:endParaRPr b="0" sz="1300">
                <a:solidFill>
                  <a:srgbClr val="695D46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pic>
        <p:nvPicPr>
          <p:cNvPr id="89" name="Google Shape;89;p15"/>
          <p:cNvPicPr preferRelativeResize="0"/>
          <p:nvPr/>
        </p:nvPicPr>
        <p:blipFill rotWithShape="1">
          <a:blip r:embed="rId4">
            <a:alphaModFix amt="8000"/>
          </a:blip>
          <a:srcRect b="52010" l="21020" r="-21020" t="-5201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2500"/>
              <a:buNone/>
            </a:pPr>
            <a:r>
              <a:rPr lang="en" sz="32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About the Idea/Product and the Unique Features</a:t>
            </a:r>
            <a:endParaRPr sz="3200"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-64900" y="-17280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The Problem Statement</a:t>
            </a:r>
            <a:endParaRPr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695D46"/>
                </a:solidFill>
                <a:latin typeface="Cambria"/>
                <a:ea typeface="Cambria"/>
                <a:cs typeface="Cambria"/>
                <a:sym typeface="Cambria"/>
              </a:rPr>
              <a:t>The Problem :</a:t>
            </a:r>
            <a:endParaRPr>
              <a:solidFill>
                <a:srgbClr val="695D4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95D4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95D4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695D46"/>
                </a:solidFill>
                <a:latin typeface="Cambria"/>
                <a:ea typeface="Cambria"/>
                <a:cs typeface="Cambria"/>
                <a:sym typeface="Cambria"/>
              </a:rPr>
              <a:t>How the idea/product solves the Problem: </a:t>
            </a:r>
            <a:endParaRPr>
              <a:solidFill>
                <a:srgbClr val="695D4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0" y="-574475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Market Opportunity</a:t>
            </a:r>
            <a:endParaRPr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Who’s your audience, and how big is the market?</a:t>
            </a:r>
            <a:endParaRPr/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0" y="-574475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Business Model</a:t>
            </a:r>
            <a:endParaRPr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will you make money?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0" y="-574475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Images of the Idea/Product </a:t>
            </a:r>
            <a:r>
              <a:rPr lang="en" sz="25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(if any)</a:t>
            </a:r>
            <a:endParaRPr sz="2500"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0" y="-574475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Video of the Idea/Product </a:t>
            </a:r>
            <a:r>
              <a:rPr lang="en" sz="25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(if any)</a:t>
            </a:r>
            <a:endParaRPr sz="3200"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0" y="-574475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236475" y="445025"/>
            <a:ext cx="8595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1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What will be the approx cost for building</a:t>
            </a:r>
            <a:r>
              <a:rPr lang="en" sz="31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 the Idea/Product</a:t>
            </a:r>
            <a:endParaRPr sz="3100"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0" name="Google Shape;140;p22"/>
          <p:cNvPicPr preferRelativeResize="0"/>
          <p:nvPr/>
        </p:nvPicPr>
        <p:blipFill rotWithShape="1">
          <a:blip r:embed="rId3">
            <a:alphaModFix amt="8000"/>
          </a:blip>
          <a:srcRect b="24660" l="-650" r="650" t="-24660"/>
          <a:stretch/>
        </p:blipFill>
        <p:spPr>
          <a:xfrm>
            <a:off x="69375" y="-644175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Current Status of the Idea/Product</a:t>
            </a:r>
            <a:endParaRPr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39650" y="-614425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n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Team Details</a:t>
            </a:r>
            <a:endParaRPr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0" y="-782925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205100" y="1697138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1428"/>
              <a:buNone/>
            </a:pPr>
            <a:r>
              <a:rPr lang="en" sz="5600">
                <a:solidFill>
                  <a:srgbClr val="067FF2"/>
                </a:solidFill>
                <a:latin typeface="Cambria"/>
                <a:ea typeface="Cambria"/>
                <a:cs typeface="Cambria"/>
                <a:sym typeface="Cambria"/>
              </a:rPr>
              <a:t>THANK YOU !</a:t>
            </a:r>
            <a:endParaRPr>
              <a:solidFill>
                <a:srgbClr val="067FF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EFF8FF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